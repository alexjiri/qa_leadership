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we do it? Process &amp; TOOLS Sharing Between Studios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16:56:22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