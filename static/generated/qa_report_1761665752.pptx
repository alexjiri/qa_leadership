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less but smart! AI integration in 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17:35:52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