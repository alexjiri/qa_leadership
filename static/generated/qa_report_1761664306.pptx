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less but smart! AI integration in QA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2025-10-28 17:11:46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