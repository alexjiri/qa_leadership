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2025 - QA Leadership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2025-10-07 17:37:04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main goals for this period were to enhance collaboration, increase efficiency, and drive innovation within the QA team. Key achievements included:</a:t>
            </a:r>
          </a:p>
          <a:p/>
          <a:p>
            <a:r>
              <a:t>* Successful implementation of cross-studio workshops, resulting in increased knowledge sharing and resource utilization.</a:t>
            </a:r>
          </a:p>
          <a:p>
            <a:r>
              <a:t>* Introduction of AI-driven review of product requirements, leading to improved defect detection rates via AI and automation tools.</a:t>
            </a:r>
          </a:p>
          <a:p>
            <a:r>
              <a:t>* Development and adoption of prioritization frameworks for initial test runs, ensuring 80% coverage of critical test cases.</a:t>
            </a:r>
          </a:p>
          <a:p/>
          <a:p>
            <a:r>
              <a:t>Metrics showing success include:</a:t>
            </a:r>
          </a:p>
          <a:p/>
          <a:p>
            <a:r>
              <a:t>* Average attendance: 21.6 people (indicating engagement and collaboration)</a:t>
            </a:r>
          </a:p>
          <a:p>
            <a:r>
              <a:t>* Meeting types:</a:t>
            </a:r>
          </a:p>
          <a:p>
            <a:r>
              <a:t>	+ Regular meetings: 4</a:t>
            </a:r>
          </a:p>
          <a:p>
            <a:r>
              <a:t>	+ Debate meetings: 2</a:t>
            </a:r>
          </a:p>
          <a:p>
            <a:r>
              <a:t>	+ Quiz meetings: 1</a:t>
            </a:r>
          </a:p>
          <a:p>
            <a:r>
              <a:t>* Key topics discussed:</a:t>
            </a:r>
          </a:p>
          <a:p>
            <a:r>
              <a:t>	+ AI works - Local Models - LM Studio</a:t>
            </a:r>
          </a:p>
          <a:p>
            <a:r>
              <a:t>	+ QA Processes and Tools sharing between WSOP and CC studios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 Main Takeaways &amp; KPIs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important learnings:</a:t>
            </a:r>
          </a:p>
          <a:p/>
          <a:p>
            <a:r>
              <a:t>* Emphasis on collaboration, resource utilization, and innovation.</a:t>
            </a:r>
          </a:p>
          <a:p>
            <a:r>
              <a:t>* Need for prioritization frameworks to ensure efficient test case coverage.</a:t>
            </a:r>
          </a:p>
          <a:p/>
          <a:p>
            <a:r>
              <a:t>Discussed KPIs and their importance:</a:t>
            </a:r>
          </a:p>
          <a:p/>
          <a:p>
            <a:r>
              <a:t>* Cross-Studio Workshops: 2 workshops/year (for solving key challenges)</a:t>
            </a:r>
          </a:p>
          <a:p>
            <a:r>
              <a:t>* Resource Sharing and Process Adoption: QAs using at least 3 high-value resources/tools by the end of 2025</a:t>
            </a:r>
          </a:p>
          <a:p>
            <a:r>
              <a:t>* Knowledge Sharing Events: Host at least 6 events by end of 2025</a:t>
            </a:r>
          </a:p>
          <a:p>
            <a:r>
              <a:t>* Implement prioritization framework to ensure that 80% of critical test cases are covered in initial test runs.</a:t>
            </a:r>
          </a:p>
          <a:p/>
          <a:p>
            <a:r>
              <a:t>Insights emerged from meetings:</a:t>
            </a:r>
          </a:p>
          <a:p/>
          <a:p>
            <a:r>
              <a:t>* Collaboration and resource sharing can improve efficiency.</a:t>
            </a:r>
          </a:p>
          <a:p>
            <a:r>
              <a:t>* Prioritization frameworks are essential for efficient test case coverage.</a:t>
            </a:r>
          </a:p>
          <a:p>
            <a:r>
              <a:t>* AI-driven review of product requirements leads to improved defect detection rates.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 Next Year Goals and Plans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Focus areas for the next period should be:</a:t>
            </a:r>
          </a:p>
          <a:p/>
          <a:p>
            <a:r>
              <a:t>* Enhance collaboration and resource utilization through cross-studio workshops and knowledge sharing events.</a:t>
            </a:r>
          </a:p>
          <a:p>
            <a:r>
              <a:t>* Implement prioritization frameworks for initial test runs, ensuring 80% coverage of critical test cases.</a:t>
            </a:r>
          </a:p>
          <a:p>
            <a:r>
              <a:t>* Develop and adopt AI-driven review of product requirements for improved defect detection rates.</a:t>
            </a:r>
          </a:p>
          <a:p/>
          <a:p>
            <a:r>
              <a:t>New initiatives to consider:</a:t>
            </a:r>
          </a:p>
          <a:p/>
          <a:p>
            <a:r>
              <a:t>* Automate at least 1 repetitive manual flow.</a:t>
            </a:r>
          </a:p>
          <a:p>
            <a:r>
              <a:t>* Increase active participation among QA members (measured via points).</a:t>
            </a:r>
          </a:p>
          <a:p>
            <a:r>
              <a:t>* Deliver at least 3 solutions/practices to R&amp;D/Business initiatives by the end of 2026.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4. Problems and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identified:</a:t>
            </a:r>
          </a:p>
          <a:p/>
          <a:p>
            <a:r>
              <a:t>* Need for process improvements in resource sharing and prioritization framework implementation.</a:t>
            </a:r>
          </a:p>
          <a:p>
            <a:r>
              <a:t>* Difficulty in achieving increased active participation among QA members.</a:t>
            </a:r>
          </a:p>
          <a:p>
            <a:r>
              <a:t>* Limited adoption of AI-driven review of product requirements.</a:t>
            </a:r>
          </a:p>
          <a:p/>
          <a:p>
            <a:r>
              <a:t>Issues that need to be addressed:</a:t>
            </a:r>
          </a:p>
          <a:p/>
          <a:p>
            <a:r>
              <a:t>* Resource constraints for implementing new initiatives.</a:t>
            </a:r>
          </a:p>
          <a:p>
            <a:r>
              <a:t>* Training needs for employees on new processes and tools.</a:t>
            </a:r>
          </a:p>
          <a:p>
            <a:r>
              <a:t>* Difficulty in measuring success metrics for some KPIs.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5.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 actionable recommendations:</a:t>
            </a:r>
          </a:p>
          <a:p/>
          <a:p>
            <a:r>
              <a:t>* Implement a resource sharing portal to facilitate easy access to high-value resources/tools.</a:t>
            </a:r>
          </a:p>
          <a:p>
            <a:r>
              <a:t>* Develop training programs for employees on new processes and tools.</a:t>
            </a:r>
          </a:p>
          <a:p>
            <a:r>
              <a:t>* Establish a clear process for measuring active participation among QA members.</a:t>
            </a:r>
          </a:p>
          <a:p/>
          <a:p>
            <a:r>
              <a:t>Process improvements:</a:t>
            </a:r>
          </a:p>
          <a:p/>
          <a:p>
            <a:r>
              <a:t>* Streamline knowledge sharing events to ensure efficient information exchange.</a:t>
            </a:r>
          </a:p>
          <a:p>
            <a:r>
              <a:t>* Implement a feedback mechanism for cross-studio workshops to improve their effectiveness.</a:t>
            </a:r>
          </a:p>
          <a:p/>
          <a:p>
            <a:r>
              <a:t>Resource needs:</a:t>
            </a:r>
          </a:p>
          <a:p/>
          <a:p>
            <a:r>
              <a:t>* Allocate necessary resources for implementing new initiatives.</a:t>
            </a:r>
          </a:p>
          <a:p>
            <a:r>
              <a:t>* Provide training materials and support for employees on new processes and tools.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6. Data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Suggestions for charts and graphs:</a:t>
            </a:r>
          </a:p>
          <a:p/>
          <a:p>
            <a:r>
              <a:t>* Average attendance vs. meeting types (bar chart)</a:t>
            </a:r>
          </a:p>
          <a:p>
            <a:r>
              <a:t>* KPI progress over time (line graph)</a:t>
            </a:r>
          </a:p>
          <a:p>
            <a:r>
              <a:t>* Key topic discussion frequencies (pie chart)</a:t>
            </a:r>
          </a:p>
          <a:p/>
          <a:p>
            <a:r>
              <a:t>Key metrics visually highlighted include:</a:t>
            </a:r>
          </a:p>
          <a:p/>
          <a:p>
            <a:r>
              <a:t>* Average attendance: 21.6 people</a:t>
            </a:r>
          </a:p>
          <a:p>
            <a:r>
              <a:t>* Meeting types:</a:t>
            </a:r>
          </a:p>
          <a:p>
            <a:r>
              <a:t>	+ Regular meetings: 4</a:t>
            </a:r>
          </a:p>
          <a:p>
            <a:r>
              <a:t>	+ Debate meetings: 2</a:t>
            </a:r>
          </a:p>
          <a:p>
            <a:r>
              <a:t>	+ Quiz meetings: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7. Strategic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strategic recommendations:</a:t>
            </a:r>
          </a:p>
          <a:p/>
          <a:p>
            <a:r>
              <a:t>* Emphasize collaboration and resource utilization through cross-studio workshops and knowledge sharing events.</a:t>
            </a:r>
          </a:p>
          <a:p>
            <a:r>
              <a:t>* Focus on prioritization framework implementation for efficient test case coverage.</a:t>
            </a:r>
          </a:p>
          <a:p/>
          <a:p>
            <a:r>
              <a:t>Long-term planning suggestions:</a:t>
            </a:r>
          </a:p>
          <a:p/>
          <a:p>
            <a:r>
              <a:t>* Develop a comprehensive plan for implementing AI-driven review of product requirements.</a:t>
            </a:r>
          </a:p>
          <a:p>
            <a:r>
              <a:t>* Establish a clear process for measuring success metrics for KPIs.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8. Action Items &amp; Next Steps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Meetings: 8</a:t>
            </a:r>
          </a:p>
          <a:p>
            <a:r>
              <a:t>        Average Attendance: 21.6 people</a:t>
            </a:r>
          </a:p>
          <a:p>
            <a:r>
              <a:t>        Average Rating: 2.4/5</a:t>
            </a:r>
          </a:p>
          <a:p>
            <a:r>
              <a:t>        Meeting Types: regular, debate, quiz</a:t>
            </a:r>
          </a:p>
          <a:p>
            <a:r>
              <a:t>        Key Topics: How AI works - Local Models  - LM Studio, QA Processes and Tools sharing between WSOP and CC studios, How automation works in our studios: CC &amp; WSOP - external Speakers, Testomat.io POC preparation and tool presentation, Internal Toolkit vs Testomat.io, AI-Driven Review of Product Requirement, Documents and User Stories, AI‑powered test‑case creation tools should replace the majority of manually authored test cases within the next two years,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