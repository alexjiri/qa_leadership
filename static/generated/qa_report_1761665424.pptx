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Automation in QA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2025-10-28 17:30:24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