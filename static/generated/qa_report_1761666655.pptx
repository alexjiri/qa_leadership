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less but smart! AI integration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Date: 2025-02-24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Nr. of sessions per year: Count all knowledge-sharing sessions held annually.</a:t>
            </a:r>
          </a:p>
          <a:p>
            <a:r>
              <a:t>→ ≥6 → consistent sharing culture.</a:t>
            </a:r>
          </a:p>
          <a:p>
            <a:r>
              <a:t>→ &lt;6 → need to schedule more sessions or rotate speakers.</a:t>
            </a:r>
          </a:p>
          <a:p>
            <a:r>
              <a:t>• Nr. of case studies: Count documented/presented case studies (problem → solution → result).</a:t>
            </a:r>
          </a:p>
          <a:p>
            <a:r>
              <a:t>→ ≥4 → strong knowledge documentation culture.</a:t>
            </a:r>
          </a:p>
          <a:p>
            <a:r>
              <a:t>→ &lt;2 → encourage reflection and write-ups.</a:t>
            </a:r>
          </a:p>
          <a:p>
            <a:r>
              <a:t>• Nr. of innovative topics including AI: Count sessions introducing new tools, AI, automation, or QA innovations.</a:t>
            </a:r>
          </a:p>
          <a:p>
            <a:r>
              <a:t>→ ≥4 → proactive innovation mindset.</a:t>
            </a:r>
          </a:p>
          <a:p>
            <a:r>
              <a:t>→ &lt;2 → increase exploration of new technologies.</a:t>
            </a:r>
          </a:p>
          <a:p>
            <a:r>
              <a:t>• Nr. of POCs initiated from clan topics: Track ideas from sessions that become proof-of-concepts or pilots.</a:t>
            </a:r>
          </a:p>
          <a:p>
            <a:r>
              <a:t>→ ≥1 → discussions generate real impact.</a:t>
            </a:r>
          </a:p>
          <a:p>
            <a:r>
              <a:t>→ 0 → innovation remains theoretical; push for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