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How we do it? Process &amp; TOOLS Sharing Between Studios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Generated: 2025-10-28 16:53:49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