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QA Report – test ai meeting lushi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Date: 2024-02-15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KPI-uri atinse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Scor mediu: 4.6/5</a:t>
            </a:r>
          </a:p>
          <a:p>
            <a:r>
              <a:t>Comentarii:</a:t>
            </a:r>
          </a:p>
          <a:p>
            <a:r>
              <a:t>Bun</a:t>
            </a:r>
          </a:p>
          <a:p>
            <a:r>
              <a:t>Clar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Recomandări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Rezumat automat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