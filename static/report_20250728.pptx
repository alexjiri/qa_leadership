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QA Report – Testcase Creation Tools using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Date: 2025-07-28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KPI-uri atinse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Cross-Studio Workshops: Facilitate 2 workshops/year to solve key challenges.</a:t>
            </a:r>
          </a:p>
          <a:p>
            <a:r>
              <a:t>Resource Sharing and Process Adoption: QAs using at least 3 high-value resources/tools by the end of 2025</a:t>
            </a:r>
          </a:p>
          <a:p>
            <a:r>
              <a:t>Knowledge Sharing Events: Host at least 6 events by end of 2025</a:t>
            </a:r>
          </a:p>
          <a:p>
            <a:r>
              <a:t>Implement prioritization framework to ensure that 80% of critical test cases are covered in initial test runs.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Feedback Meeting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score: 0/5</a:t>
            </a:r>
          </a:p>
          <a:p>
            <a:r>
              <a:t>Comments: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