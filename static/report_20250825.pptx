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 Report – AI-Driven Review of Product Requirement, Documents and User Stories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2025-08-25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KPI-uri atinse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prioritization framework to ensure that 80% of critical test cases are covered in initial test runs.</a:t>
            </a:r>
          </a:p>
          <a:p>
            <a:r>
              <a:t>Decrease average testing cycle duration by 2.5% each quarter, starting with Q3.</a:t>
            </a:r>
          </a:p>
          <a:p>
            <a:r>
              <a:t>Increased by 10% defect detection via AI and/or automation tools.</a:t>
            </a:r>
          </a:p>
          <a:p>
            <a:r>
              <a:t>Automate at least 1 repetitive manual flow.</a:t>
            </a:r>
          </a:p>
          <a:p>
            <a:r>
              <a:t>Reduce manual testing hours by implementing 1 automated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score: 0/5</a:t>
            </a:r>
          </a:p>
          <a:p>
            <a:r>
              <a:t>Comments: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